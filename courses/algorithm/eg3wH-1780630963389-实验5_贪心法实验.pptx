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425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3833"/>
    <a:srgbClr val="5A327D"/>
    <a:srgbClr val="285A32"/>
    <a:srgbClr val="404040"/>
    <a:srgbClr val="B42D2D"/>
    <a:srgbClr val="6C6DAE"/>
    <a:srgbClr val="6B3C96"/>
    <a:srgbClr val="547D7D"/>
    <a:srgbClr val="48B3C2"/>
    <a:srgbClr val="5155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0"/>
    <p:restoredTop sz="92589" autoAdjust="0"/>
  </p:normalViewPr>
  <p:slideViewPr>
    <p:cSldViewPr snapToGrid="0" showGuides="1">
      <p:cViewPr varScale="1">
        <p:scale>
          <a:sx n="74" d="100"/>
          <a:sy n="74" d="100"/>
        </p:scale>
        <p:origin x="1008" y="77"/>
      </p:cViewPr>
      <p:guideLst>
        <p:guide orient="horz" pos="2128"/>
        <p:guide pos="38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FB564-F609-4D6A-B7A1-3D4272BF8A56}" type="datetimeFigureOut">
              <a:rPr lang="zh-CN" altLang="en-US" smtClean="0"/>
              <a:t>2026-06-05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BF65F-D44F-4528-A462-40F60C357A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BF65F-D44F-4528-A462-40F60C357A5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2026-06-05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" y="0"/>
            <a:ext cx="12190954" cy="68585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2026-06-05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" y="0"/>
            <a:ext cx="12190954" cy="6858588"/>
          </a:xfrm>
          <a:prstGeom prst="rect">
            <a:avLst/>
          </a:prstGeom>
        </p:spPr>
      </p:pic>
      <p:sp>
        <p:nvSpPr>
          <p:cNvPr id="8" name="Rectangle 4"/>
          <p:cNvSpPr/>
          <p:nvPr userDrawn="1"/>
        </p:nvSpPr>
        <p:spPr>
          <a:xfrm>
            <a:off x="319020" y="734291"/>
            <a:ext cx="11520000" cy="5760000"/>
          </a:xfrm>
          <a:prstGeom prst="rect">
            <a:avLst/>
          </a:prstGeom>
          <a:noFill/>
          <a:ln w="28575">
            <a:solidFill>
              <a:srgbClr val="5A32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 userDrawn="1"/>
        </p:nvSpPr>
        <p:spPr>
          <a:xfrm>
            <a:off x="11057481" y="6403427"/>
            <a:ext cx="648000" cy="180000"/>
          </a:xfrm>
          <a:prstGeom prst="roundRect">
            <a:avLst/>
          </a:prstGeom>
          <a:solidFill>
            <a:srgbClr val="5A327D"/>
          </a:solidFill>
          <a:ln w="25400"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11388439" y="6311241"/>
            <a:ext cx="3744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F6F9FB9-CEB1-457A-B993-A1A76D83EC0F}" type="slidenum">
              <a:rPr lang="zh-CN" altLang="en-US" sz="12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zh-CN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031234" y="6341723"/>
            <a:ext cx="481903" cy="280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endParaRPr lang="zh-CN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4"/>
          <p:cNvSpPr/>
          <p:nvPr userDrawn="1"/>
        </p:nvSpPr>
        <p:spPr>
          <a:xfrm>
            <a:off x="0" y="269523"/>
            <a:ext cx="480767" cy="301004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5"/>
          <p:cNvSpPr/>
          <p:nvPr userDrawn="1"/>
        </p:nvSpPr>
        <p:spPr>
          <a:xfrm>
            <a:off x="522433" y="269523"/>
            <a:ext cx="177538" cy="301004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6"/>
          <p:cNvSpPr/>
          <p:nvPr userDrawn="1"/>
        </p:nvSpPr>
        <p:spPr>
          <a:xfrm>
            <a:off x="734601" y="269523"/>
            <a:ext cx="72000" cy="301004"/>
          </a:xfrm>
          <a:prstGeom prst="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ounded Rectangle 7"/>
          <p:cNvSpPr/>
          <p:nvPr userDrawn="1"/>
        </p:nvSpPr>
        <p:spPr>
          <a:xfrm>
            <a:off x="11752608" y="2205568"/>
            <a:ext cx="180000" cy="2664000"/>
          </a:xfrm>
          <a:prstGeom prst="roundRect">
            <a:avLst/>
          </a:prstGeom>
          <a:solidFill>
            <a:srgbClr val="5A327D"/>
          </a:solidFill>
          <a:ln w="25400">
            <a:solidFill>
              <a:srgbClr val="5C30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2"/>
          <p:cNvSpPr txBox="1"/>
          <p:nvPr userDrawn="1"/>
        </p:nvSpPr>
        <p:spPr>
          <a:xfrm>
            <a:off x="11762279" y="2105891"/>
            <a:ext cx="153670" cy="2870133"/>
          </a:xfrm>
          <a:prstGeom prst="rect">
            <a:avLst/>
          </a:prstGeom>
          <a:noFill/>
        </p:spPr>
        <p:txBody>
          <a:bodyPr vert="eaVert" wrap="square" lIns="0" tIns="0" rIns="0" bIns="0" rtlCol="0">
            <a:spAutoFit/>
          </a:bodyPr>
          <a:lstStyle/>
          <a:p>
            <a:pPr algn="ctr"/>
            <a:r>
              <a:rPr lang="zh-CN" altLang="en-US" sz="100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算法设计与分析（第 </a:t>
            </a:r>
            <a:r>
              <a:rPr lang="en-US" altLang="zh-CN" sz="100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3</a:t>
            </a:r>
            <a:r>
              <a:rPr lang="zh-CN" altLang="en-US" sz="100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版）    清华大学出版社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2026-06-05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2026-06-05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2026-06-05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2026-06-05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2026-06-05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2026-06-05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2026-06-05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2026-06-05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2026-06-05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96C3F-8C63-432F-9AD1-2207182A8732}" type="datetimeFigureOut">
              <a:rPr lang="zh-CN" altLang="en-US" smtClean="0"/>
              <a:t>2026-06-05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nip Diagonal Corner Rectangle 12"/>
          <p:cNvSpPr/>
          <p:nvPr/>
        </p:nvSpPr>
        <p:spPr>
          <a:xfrm>
            <a:off x="1698719" y="4144685"/>
            <a:ext cx="6568845" cy="725672"/>
          </a:xfrm>
          <a:prstGeom prst="snip2Diag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ct val="50000"/>
              </a:spcBef>
            </a:pPr>
            <a:endParaRPr lang="zh-CN" altLang="en-US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40433" y="1998397"/>
            <a:ext cx="7670342" cy="13452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v</a:t>
            </a:r>
            <a:endParaRPr lang="zh-CN" altLang="en-US" dirty="0"/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2514194" y="2403475"/>
            <a:ext cx="741426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5C307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实验</a:t>
            </a:r>
            <a:r>
              <a:rPr lang="en-US" altLang="zh-CN" sz="3200" b="1" dirty="0">
                <a:solidFill>
                  <a:srgbClr val="5C307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5</a:t>
            </a:r>
            <a:r>
              <a:rPr lang="zh-CN" altLang="en-US" sz="3200" b="1" dirty="0">
                <a:solidFill>
                  <a:srgbClr val="5C307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     贪心法实验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4037" y="284657"/>
            <a:ext cx="8239963" cy="337135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素数判断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05394" y="984069"/>
            <a:ext cx="2020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 实验内容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136EFE-489E-762B-636C-8A36DD3D1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BFAEA11-6533-7908-1E80-9AC108C1C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368" y="1395105"/>
            <a:ext cx="9497263" cy="50669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宽屏</PresentationFormat>
  <Paragraphs>5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Microsoft YaHei UI</vt:lpstr>
      <vt:lpstr>Microsoft YaHei</vt:lpstr>
      <vt:lpstr>Arial</vt:lpstr>
      <vt:lpstr>Calibri</vt:lpstr>
      <vt:lpstr>Calibri Light</vt:lpstr>
      <vt:lpstr>Times New Roman</vt:lpstr>
      <vt:lpstr>Office Theme</vt:lpstr>
      <vt:lpstr>PowerPoint 演示文稿</vt:lpstr>
      <vt:lpstr>素数判断</vt:lpstr>
    </vt:vector>
  </TitlesOfParts>
  <Company>Sky123.Org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AutoBVT</dc:creator>
  <cp:lastModifiedBy>诗杰 翁</cp:lastModifiedBy>
  <cp:revision>271</cp:revision>
  <dcterms:created xsi:type="dcterms:W3CDTF">2016-09-14T00:58:00Z</dcterms:created>
  <dcterms:modified xsi:type="dcterms:W3CDTF">2026-06-04T23:20:45Z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2052-12.1.0.25860</vt:lpwstr>
  </property>
  <property fmtid="{D5CDD505-2E9C-101B-9397-08002B2CF9AE}" pid="3" name="ICV">
    <vt:lpwstr>CB4A30E5C60440B7B7DF55F81D96FDE3</vt:lpwstr>
  </property>
</Properties>
</file>